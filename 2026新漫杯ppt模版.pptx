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930" r:id="rId3"/>
    <p:sldId id="938" r:id="rId4"/>
    <p:sldId id="932" r:id="rId5"/>
    <p:sldId id="933" r:id="rId6"/>
    <p:sldId id="934" r:id="rId7"/>
    <p:sldId id="935" r:id="rId8"/>
    <p:sldId id="936" r:id="rId9"/>
    <p:sldId id="937" r:id="rId10"/>
    <p:sldId id="258" r:id="rId11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6" userDrawn="1">
          <p15:clr>
            <a:srgbClr val="A4A3A4"/>
          </p15:clr>
        </p15:guide>
        <p15:guide id="2" pos="75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4" clrIdx="0"/>
  <p:cmAuthor id="2" name="Niyitian" initials="N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5BAB"/>
    <a:srgbClr val="5CB531"/>
    <a:srgbClr val="86C866"/>
    <a:srgbClr val="3741C3"/>
    <a:srgbClr val="DCA600"/>
    <a:srgbClr val="203FDA"/>
    <a:srgbClr val="8777EC"/>
    <a:srgbClr val="39DFCA"/>
    <a:srgbClr val="858B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/>
    <p:restoredTop sz="94724"/>
  </p:normalViewPr>
  <p:slideViewPr>
    <p:cSldViewPr snapToGrid="0" snapToObjects="1" showGuides="1">
      <p:cViewPr varScale="1">
        <p:scale>
          <a:sx n="70" d="100"/>
          <a:sy n="70" d="100"/>
        </p:scale>
        <p:origin x="420" y="45"/>
      </p:cViewPr>
      <p:guideLst>
        <p:guide orient="horz" pos="3166"/>
        <p:guide pos="759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2" d="100"/>
          <a:sy n="112" d="100"/>
        </p:scale>
        <p:origin x="476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ECF5B-5A57-8245-9B57-F00229C6DB7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C78D5-FEAA-AC48-8196-19B42DCEB3C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3518E-43F5-3044-8FED-09D19920268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6C9A2-0B41-0A40-9B2E-2B18CCA2A68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6C9A2-0B41-0A40-9B2E-2B18CCA2A68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-599440" y="2749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4" name="文本占位符 37"/>
          <p:cNvSpPr>
            <a:spLocks noGrp="1"/>
          </p:cNvSpPr>
          <p:nvPr>
            <p:ph type="body" sz="quarter" idx="15" hasCustomPrompt="1"/>
          </p:nvPr>
        </p:nvSpPr>
        <p:spPr>
          <a:xfrm>
            <a:off x="2031639" y="4844591"/>
            <a:ext cx="8129783" cy="450291"/>
          </a:xfrm>
        </p:spPr>
        <p:txBody>
          <a:bodyPr>
            <a:normAutofit/>
          </a:bodyPr>
          <a:lstStyle>
            <a:lvl1pPr marL="0" indent="0" algn="ctr">
              <a:buNone/>
              <a:defRPr sz="2400" b="0">
                <a:solidFill>
                  <a:srgbClr val="595757"/>
                </a:solidFill>
                <a:latin typeface="+mj-ea"/>
                <a:ea typeface="+mj-ea"/>
              </a:defRPr>
            </a:lvl1pPr>
            <a:lvl2pPr marL="457200" indent="0">
              <a:buNone/>
              <a:defRPr>
                <a:latin typeface="+mj-ea"/>
                <a:ea typeface="+mj-ea"/>
              </a:defRPr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二级副标题</a:t>
            </a:r>
            <a:endParaRPr kumimoji="1" lang="zh-CN" altLang="en-US" dirty="0"/>
          </a:p>
        </p:txBody>
      </p:sp>
      <p:sp>
        <p:nvSpPr>
          <p:cNvPr id="15" name="文本占位符 37"/>
          <p:cNvSpPr>
            <a:spLocks noGrp="1"/>
          </p:cNvSpPr>
          <p:nvPr>
            <p:ph type="body" sz="quarter" idx="16" hasCustomPrompt="1"/>
          </p:nvPr>
        </p:nvSpPr>
        <p:spPr>
          <a:xfrm>
            <a:off x="11391265" y="6463665"/>
            <a:ext cx="800735" cy="340360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rgbClr val="595757"/>
                </a:solidFill>
                <a:latin typeface="+mj-ea"/>
                <a:ea typeface="+mj-ea"/>
              </a:defRPr>
            </a:lvl1pPr>
            <a:lvl2pPr marL="457200" indent="0">
              <a:buNone/>
              <a:defRPr>
                <a:latin typeface="+mj-ea"/>
                <a:ea typeface="+mj-ea"/>
              </a:defRPr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en-US" altLang="zh-CN" dirty="0"/>
              <a:t>2026</a:t>
            </a:r>
            <a:endParaRPr kumimoji="1" lang="en-US" altLang="zh-CN" dirty="0"/>
          </a:p>
        </p:txBody>
      </p:sp>
      <p:pic>
        <p:nvPicPr>
          <p:cNvPr id="3" name="图片 2" descr="白logo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6855" y="189865"/>
            <a:ext cx="1230630" cy="369570"/>
          </a:xfrm>
          <a:prstGeom prst="rect">
            <a:avLst/>
          </a:prstGeom>
        </p:spPr>
      </p:pic>
      <p:pic>
        <p:nvPicPr>
          <p:cNvPr id="4" name="图片 3" descr="新漫杯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78555" y="2734310"/>
            <a:ext cx="4521200" cy="1178560"/>
          </a:xfrm>
          <a:prstGeom prst="rect">
            <a:avLst/>
          </a:prstGeom>
        </p:spPr>
      </p:pic>
      <p:pic>
        <p:nvPicPr>
          <p:cNvPr id="6" name="图片 5" descr="20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96000" y="2298065"/>
            <a:ext cx="1944370" cy="370205"/>
          </a:xfrm>
          <a:prstGeom prst="rect">
            <a:avLst/>
          </a:prstGeom>
        </p:spPr>
      </p:pic>
      <p:sp>
        <p:nvSpPr>
          <p:cNvPr id="9" name="文本占位符 37"/>
          <p:cNvSpPr>
            <a:spLocks noGrp="1"/>
          </p:cNvSpPr>
          <p:nvPr>
            <p:ph type="body" sz="quarter" idx="17" hasCustomPrompt="1"/>
          </p:nvPr>
        </p:nvSpPr>
        <p:spPr>
          <a:xfrm>
            <a:off x="2032274" y="5294806"/>
            <a:ext cx="8129783" cy="450291"/>
          </a:xfrm>
        </p:spPr>
        <p:txBody>
          <a:bodyPr>
            <a:normAutofit/>
          </a:bodyPr>
          <a:lstStyle>
            <a:lvl1pPr marL="0" indent="0" algn="ctr">
              <a:buNone/>
              <a:defRPr sz="2400" b="0">
                <a:solidFill>
                  <a:srgbClr val="595757"/>
                </a:solidFill>
                <a:latin typeface="+mj-ea"/>
                <a:ea typeface="+mj-ea"/>
              </a:defRPr>
            </a:lvl1pPr>
            <a:lvl2pPr marL="457200" indent="0">
              <a:buNone/>
              <a:defRPr>
                <a:latin typeface="+mj-ea"/>
                <a:ea typeface="+mj-ea"/>
              </a:defRPr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二级副标题</a:t>
            </a:r>
            <a:endParaRPr kumimoji="1" lang="zh-CN" altLang="en-US" dirty="0"/>
          </a:p>
        </p:txBody>
      </p:sp>
      <p:pic>
        <p:nvPicPr>
          <p:cNvPr id="2" name="图片 1" descr="Group 482067280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854450" y="3961130"/>
            <a:ext cx="4356735" cy="6883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开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-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占位符 37"/>
          <p:cNvSpPr>
            <a:spLocks noGrp="1"/>
          </p:cNvSpPr>
          <p:nvPr>
            <p:ph type="body" sz="quarter" idx="10" hasCustomPrompt="1"/>
          </p:nvPr>
        </p:nvSpPr>
        <p:spPr>
          <a:xfrm>
            <a:off x="1641475" y="1395095"/>
            <a:ext cx="970280" cy="450215"/>
          </a:xfr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>
            <a:no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>
                <a:latin typeface="+mj-ea"/>
                <a:ea typeface="+mj-ea"/>
              </a:defRPr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6" name="文本占位符 37"/>
          <p:cNvSpPr>
            <a:spLocks noGrp="1"/>
          </p:cNvSpPr>
          <p:nvPr>
            <p:ph type="body" sz="quarter" idx="13" hasCustomPrompt="1"/>
          </p:nvPr>
        </p:nvSpPr>
        <p:spPr>
          <a:xfrm>
            <a:off x="2857435" y="1542661"/>
            <a:ext cx="5435896" cy="303158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>
                <a:latin typeface="+mj-ea"/>
                <a:ea typeface="+mj-ea"/>
              </a:defRPr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二级副标题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rame 4823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rame 48239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654550"/>
            <a:ext cx="12192000" cy="2203450"/>
          </a:xfrm>
          <a:prstGeom prst="rect">
            <a:avLst/>
          </a:prstGeom>
        </p:spPr>
      </p:pic>
      <p:pic>
        <p:nvPicPr>
          <p:cNvPr id="4" name="图片 3" descr="资源 1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46015" y="2159635"/>
            <a:ext cx="2201545" cy="640715"/>
          </a:xfrm>
          <a:prstGeom prst="rect">
            <a:avLst/>
          </a:prstGeom>
        </p:spPr>
      </p:pic>
      <p:pic>
        <p:nvPicPr>
          <p:cNvPr id="5" name="图片 4" descr="感谢聆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35855" y="2961005"/>
            <a:ext cx="2201545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53FA-6717-4E41-B57C-29BCD316F8C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419D-FEEB-7C48-889B-3863E5A95D9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D53FA-6717-4E41-B57C-29BCD316F8C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419D-FEEB-7C48-889B-3863E5A95D9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0000" lnSpcReduction="20000"/>
          </a:bodyPr>
          <a:p>
            <a:endParaRPr lang="zh-CN" altLang="en-US"/>
          </a:p>
        </p:txBody>
      </p:sp>
      <p:sp>
        <p:nvSpPr>
          <p:cNvPr id="5" name="文本占位符 3"/>
          <p:cNvSpPr>
            <a:spLocks noGrp="1"/>
          </p:cNvSpPr>
          <p:nvPr/>
        </p:nvSpPr>
        <p:spPr>
          <a:xfrm>
            <a:off x="1937024" y="5659296"/>
            <a:ext cx="8129783" cy="4502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None/>
              <a:defRPr sz="2400" b="0" kern="1200">
                <a:solidFill>
                  <a:srgbClr val="595757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队名：</a:t>
            </a:r>
            <a:r>
              <a:rPr lang="en-US" altLang="zh-CN" sz="3200"/>
              <a:t>XXX</a:t>
            </a:r>
            <a:r>
              <a:rPr lang="zh-CN" altLang="en-US" sz="3200"/>
              <a:t>队</a:t>
            </a:r>
            <a:endParaRPr lang="zh-CN" altLang="en-US" sz="3200"/>
          </a:p>
        </p:txBody>
      </p:sp>
      <p:sp>
        <p:nvSpPr>
          <p:cNvPr id="6" name="文本占位符 1"/>
          <p:cNvSpPr>
            <a:spLocks noGrp="1"/>
          </p:cNvSpPr>
          <p:nvPr/>
        </p:nvSpPr>
        <p:spPr>
          <a:xfrm>
            <a:off x="960120" y="4958080"/>
            <a:ext cx="10272395" cy="450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None/>
              <a:defRPr sz="2400" b="0" kern="1200">
                <a:solidFill>
                  <a:srgbClr val="595757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基于蒙特卡洛方法的闪烁体探测器能量响应模拟</a:t>
            </a:r>
            <a:endParaRPr lang="zh-CN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pPr algn="l"/>
            <a:r>
              <a:rPr lang="en-US" altLang="zh-CN" sz="2200"/>
              <a:t>1. </a:t>
            </a:r>
            <a:r>
              <a:rPr lang="zh-CN" altLang="en-US" sz="2200"/>
              <a:t>组队介绍</a:t>
            </a:r>
            <a:endParaRPr lang="zh-CN" altLang="en-US" sz="220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2857435" y="1989066"/>
            <a:ext cx="5435896" cy="3031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None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200"/>
              <a:t>2. </a:t>
            </a:r>
            <a:r>
              <a:rPr lang="zh-CN" altLang="en-US" sz="2200"/>
              <a:t>题目背景及</a:t>
            </a:r>
            <a:r>
              <a:rPr lang="zh-CN" altLang="en-US" sz="2200"/>
              <a:t>解析</a:t>
            </a:r>
            <a:endParaRPr lang="zh-CN" altLang="en-US" sz="2200"/>
          </a:p>
        </p:txBody>
      </p:sp>
      <p:sp>
        <p:nvSpPr>
          <p:cNvPr id="5" name="文本占位符 2"/>
          <p:cNvSpPr>
            <a:spLocks noGrp="1"/>
          </p:cNvSpPr>
          <p:nvPr/>
        </p:nvSpPr>
        <p:spPr>
          <a:xfrm>
            <a:off x="2862515" y="2457696"/>
            <a:ext cx="5435896" cy="3031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None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200"/>
              <a:t>3. </a:t>
            </a:r>
            <a:r>
              <a:rPr lang="zh-CN" altLang="en-US" sz="2200"/>
              <a:t>系统总体方案</a:t>
            </a:r>
            <a:endParaRPr lang="zh-CN" altLang="en-US" sz="2200"/>
          </a:p>
          <a:p>
            <a:pPr algn="l"/>
            <a:endParaRPr lang="zh-CN" altLang="en-US" sz="2200"/>
          </a:p>
        </p:txBody>
      </p:sp>
      <p:sp>
        <p:nvSpPr>
          <p:cNvPr id="6" name="文本占位符 2"/>
          <p:cNvSpPr>
            <a:spLocks noGrp="1"/>
          </p:cNvSpPr>
          <p:nvPr/>
        </p:nvSpPr>
        <p:spPr>
          <a:xfrm>
            <a:off x="2862515" y="2926961"/>
            <a:ext cx="5435896" cy="3031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None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200"/>
              <a:t>4. </a:t>
            </a:r>
            <a:r>
              <a:rPr lang="zh-CN" altLang="en-US" sz="2200"/>
              <a:t>技术路径实现</a:t>
            </a:r>
            <a:endParaRPr lang="zh-CN" altLang="en-US" sz="2200"/>
          </a:p>
          <a:p>
            <a:pPr algn="l"/>
            <a:endParaRPr lang="zh-CN" altLang="en-US" sz="2200"/>
          </a:p>
          <a:p>
            <a:pPr algn="l"/>
            <a:endParaRPr lang="zh-CN" altLang="en-US" sz="220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2849815" y="3405751"/>
            <a:ext cx="5435896" cy="3031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None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200"/>
              <a:t>5. </a:t>
            </a:r>
            <a:r>
              <a:rPr lang="zh-CN" altLang="en-US" sz="2200"/>
              <a:t>预期结果评估</a:t>
            </a:r>
            <a:endParaRPr lang="zh-CN" altLang="en-US" sz="2200"/>
          </a:p>
          <a:p>
            <a:pPr algn="l"/>
            <a:endParaRPr lang="zh-CN" altLang="en-US" sz="2200"/>
          </a:p>
          <a:p>
            <a:pPr algn="l"/>
            <a:endParaRPr lang="zh-CN" altLang="en-US" sz="2200"/>
          </a:p>
          <a:p>
            <a:pPr algn="l"/>
            <a:endParaRPr lang="zh-CN" altLang="en-US" sz="2200"/>
          </a:p>
        </p:txBody>
      </p:sp>
      <p:sp>
        <p:nvSpPr>
          <p:cNvPr id="8" name="文本占位符 2"/>
          <p:cNvSpPr>
            <a:spLocks noGrp="1"/>
          </p:cNvSpPr>
          <p:nvPr/>
        </p:nvSpPr>
        <p:spPr>
          <a:xfrm>
            <a:off x="2849815" y="3862316"/>
            <a:ext cx="5435896" cy="3031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None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200"/>
              <a:t>6. </a:t>
            </a:r>
            <a:r>
              <a:rPr lang="zh-CN" altLang="en-US" sz="2200"/>
              <a:t>项目成本</a:t>
            </a:r>
            <a:r>
              <a:rPr lang="en-US" altLang="zh-CN" sz="2200"/>
              <a:t>(</a:t>
            </a:r>
            <a:r>
              <a:rPr lang="zh-CN" altLang="en-US" sz="2200"/>
              <a:t>若无，可以删除）</a:t>
            </a:r>
            <a:endParaRPr lang="zh-CN" altLang="en-US" sz="2200"/>
          </a:p>
          <a:p>
            <a:pPr algn="l"/>
            <a:endParaRPr lang="zh-CN" altLang="en-US" sz="2200"/>
          </a:p>
          <a:p>
            <a:pPr algn="l"/>
            <a:endParaRPr lang="zh-CN" altLang="en-US" sz="2200"/>
          </a:p>
        </p:txBody>
      </p:sp>
      <p:sp>
        <p:nvSpPr>
          <p:cNvPr id="9" name="文本框 8"/>
          <p:cNvSpPr txBox="1"/>
          <p:nvPr/>
        </p:nvSpPr>
        <p:spPr>
          <a:xfrm>
            <a:off x="875030" y="685800"/>
            <a:ext cx="1413510" cy="856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2040204020203" charset="-122"/>
                <a:ea typeface="微软雅黑" panose="020B0502040204020203" charset="-122"/>
              </a:rPr>
              <a:t>目录</a:t>
            </a:r>
            <a:endParaRPr lang="zh-CN" altLang="en-US" sz="4000" b="1">
              <a:latin typeface="微软雅黑" panose="020B0502040204020203" charset="-122"/>
              <a:ea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200595" y="678426"/>
            <a:ext cx="5435896" cy="30315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800"/>
              <a:t>组队介绍</a:t>
            </a:r>
            <a:endParaRPr lang="en-US" altLang="zh-CN" sz="2800"/>
          </a:p>
        </p:txBody>
      </p:sp>
      <p:graphicFrame>
        <p:nvGraphicFramePr>
          <p:cNvPr id="4" name="表格 3"/>
          <p:cNvGraphicFramePr/>
          <p:nvPr/>
        </p:nvGraphicFramePr>
        <p:xfrm>
          <a:off x="368300" y="1498600"/>
          <a:ext cx="11287125" cy="4937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7425"/>
                <a:gridCol w="2257425"/>
                <a:gridCol w="2257425"/>
                <a:gridCol w="2257425"/>
                <a:gridCol w="2257425"/>
              </a:tblGrid>
              <a:tr h="9874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2040204020203" charset="-122"/>
                          <a:ea typeface="微软雅黑" panose="020B0502040204020203" charset="-122"/>
                        </a:rPr>
                        <a:t>姓名</a:t>
                      </a: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2040204020203" charset="-122"/>
                          <a:ea typeface="微软雅黑" panose="020B0502040204020203" charset="-122"/>
                        </a:rPr>
                        <a:t>学校</a:t>
                      </a: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2040204020203" charset="-122"/>
                          <a:ea typeface="微软雅黑" panose="020B0502040204020203" charset="-122"/>
                        </a:rPr>
                        <a:t>学院</a:t>
                      </a: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2040204020203" charset="-122"/>
                          <a:ea typeface="微软雅黑" panose="020B0502040204020203" charset="-122"/>
                        </a:rPr>
                        <a:t>专业</a:t>
                      </a: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2040204020203" charset="-122"/>
                          <a:ea typeface="微软雅黑" panose="020B0502040204020203" charset="-122"/>
                        </a:rPr>
                        <a:t>负责内容</a:t>
                      </a: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</a:tr>
              <a:tr h="9874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2040204020203" charset="-122"/>
                          <a:ea typeface="微软雅黑" panose="020B0502040204020203" charset="-122"/>
                        </a:rPr>
                        <a:t>xxx</a:t>
                      </a:r>
                      <a:endParaRPr lang="en-US" altLang="zh-CN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xxx</a:t>
                      </a:r>
                      <a:r>
                        <a:rPr lang="zh-CN" altLang="en-US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大学</a:t>
                      </a: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xxx</a:t>
                      </a:r>
                      <a:r>
                        <a:rPr lang="zh-CN" altLang="en-US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学院</a:t>
                      </a: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xxx</a:t>
                      </a:r>
                      <a:r>
                        <a:rPr lang="zh-CN" altLang="en-US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专业</a:t>
                      </a: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队长，负责</a:t>
                      </a:r>
                      <a:r>
                        <a:rPr lang="en-US" altLang="zh-CN" sz="140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xxx</a:t>
                      </a:r>
                      <a:endParaRPr lang="en-US" altLang="zh-CN" sz="140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 anchorCtr="0"/>
                </a:tc>
              </a:tr>
              <a:tr h="9874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2040204020203" charset="-122"/>
                          <a:ea typeface="微软雅黑" panose="020B0502040204020203" charset="-122"/>
                        </a:rPr>
                        <a:t>xxx</a:t>
                      </a:r>
                      <a:endParaRPr lang="en-US" altLang="zh-CN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xxx</a:t>
                      </a:r>
                      <a:r>
                        <a:rPr lang="zh-CN" altLang="en-US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大学</a:t>
                      </a: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xxx</a:t>
                      </a:r>
                      <a:r>
                        <a:rPr lang="zh-CN" altLang="en-US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学院</a:t>
                      </a: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xxx</a:t>
                      </a:r>
                      <a:r>
                        <a:rPr lang="zh-CN" altLang="en-US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专业</a:t>
                      </a: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队员，负责</a:t>
                      </a:r>
                      <a:r>
                        <a:rPr lang="en-US" altLang="zh-CN" sz="1400">
                          <a:latin typeface="微软雅黑" panose="020B0502040204020203" charset="-122"/>
                          <a:ea typeface="微软雅黑" panose="020B0502040204020203" charset="-122"/>
                          <a:cs typeface="微软雅黑" panose="020B0502040204020203" charset="-122"/>
                        </a:rPr>
                        <a:t>xxx</a:t>
                      </a:r>
                      <a:endParaRPr lang="en-US" altLang="zh-CN" sz="1400">
                        <a:latin typeface="微软雅黑" panose="020B0502040204020203" charset="-122"/>
                        <a:ea typeface="微软雅黑" panose="020B0502040204020203" charset="-122"/>
                        <a:cs typeface="微软雅黑" panose="020B0502040204020203" charset="-122"/>
                      </a:endParaRPr>
                    </a:p>
                  </a:txBody>
                  <a:tcPr anchor="ctr" anchorCtr="0"/>
                </a:tc>
              </a:tr>
              <a:tr h="98742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</a:tr>
              <a:tr h="9874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200595" y="678426"/>
            <a:ext cx="5435896" cy="30315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sz="2800" spc="300" dirty="0">
                <a:solidFill>
                  <a:schemeClr val="tx1"/>
                </a:solidFill>
                <a:sym typeface="+mn-ea"/>
              </a:rPr>
              <a:t>题目背景及解析</a:t>
            </a:r>
            <a:endParaRPr lang="zh-CN" altLang="zh-CN" sz="2800" spc="3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200595" y="678426"/>
            <a:ext cx="5435896" cy="30315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800" spc="300" dirty="0">
                <a:sym typeface="+mn-ea"/>
              </a:rPr>
              <a:t>系统总体方案</a:t>
            </a:r>
            <a:endParaRPr lang="zh-CN" altLang="zh-CN" sz="2800" spc="3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200595" y="678426"/>
            <a:ext cx="5435896" cy="30315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800" spc="300" dirty="0">
                <a:sym typeface="+mn-ea"/>
              </a:rPr>
              <a:t>技术路径实现</a:t>
            </a:r>
            <a:endParaRPr lang="zh-CN" altLang="en-US" sz="2800" spc="300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zh-CN" altLang="zh-CN" sz="2800" spc="3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200595" y="678426"/>
            <a:ext cx="5435896" cy="30315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800" spc="300" dirty="0">
                <a:sym typeface="+mn-ea"/>
              </a:rPr>
              <a:t>预期结果评估</a:t>
            </a:r>
            <a:endParaRPr lang="zh-CN" altLang="zh-CN" sz="2800" spc="3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200595" y="678426"/>
            <a:ext cx="5435896" cy="30315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800">
                <a:sym typeface="+mn-ea"/>
              </a:rPr>
              <a:t>项目</a:t>
            </a:r>
            <a:r>
              <a:rPr lang="zh-CN" altLang="en-US" sz="2800" spc="300" dirty="0">
                <a:sym typeface="+mn-ea"/>
              </a:rPr>
              <a:t>成本</a:t>
            </a:r>
            <a:r>
              <a:rPr lang="en-US" altLang="zh-CN" sz="2800" spc="300" dirty="0">
                <a:sym typeface="+mn-ea"/>
              </a:rPr>
              <a:t>(</a:t>
            </a:r>
            <a:r>
              <a:rPr lang="zh-CN" altLang="en-US" sz="2800" spc="300" dirty="0">
                <a:sym typeface="+mn-ea"/>
              </a:rPr>
              <a:t>若无，可以删除）</a:t>
            </a:r>
            <a:endParaRPr lang="zh-CN" altLang="zh-CN" sz="2800" spc="3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8989aa2d-c5d7-4bac-ade3-04d19354eed8"/>
  <p:tag name="COMMONDATA" val="eyJoZGlkIjoiOTk3YjRjMmRkNWE5NjliYzhkNjRjNDY0MzUyMmJhZGYifQ=="/>
  <p:tag name="resource_record_key" val="{&quot;12&quot;:[25114461],&quot;29&quot;:[50000199,50000047,50000113,50000135,50000097],&quot;8&quot;:[20472196,20469994]}"/>
</p:tagLst>
</file>

<file path=ppt/theme/theme1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{11840C83-08CF-0447-AB9C-1F8C7D95D94D}tf16401378</Template>
  <TotalTime>0</TotalTime>
  <Words>196</Words>
  <Application>WPS 演示</Application>
  <PresentationFormat>宽屏</PresentationFormat>
  <Paragraphs>69</Paragraphs>
  <Slides>9</Slides>
  <Notes>38</Notes>
  <HiddenSlides>0</HiddenSlides>
  <MMClips>1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宋体</vt:lpstr>
      <vt:lpstr>Arial Unicode MS</vt:lpstr>
      <vt:lpstr>Arial Black</vt:lpstr>
      <vt:lpstr>黑体</vt:lpstr>
      <vt:lpstr>汉仪中黑KW</vt:lpstr>
      <vt:lpstr>等线</vt:lpstr>
      <vt:lpstr>汉仪中等线KW</vt:lpstr>
      <vt:lpstr>汉仪书宋二KW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NiccO</cp:lastModifiedBy>
  <cp:revision>1658</cp:revision>
  <dcterms:created xsi:type="dcterms:W3CDTF">2026-06-17T05:44:34Z</dcterms:created>
  <dcterms:modified xsi:type="dcterms:W3CDTF">2026-06-17T05:44:34Z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D2B284E80DFC4150B163B42C31E2063C_13</vt:lpwstr>
  </property>
  <property fmtid="{D5CDD505-2E9C-101B-9397-08002B2CF9AE}" pid="3" name="KSOProductBuildVer">
    <vt:lpwstr>2052-7.2.2.8955</vt:lpwstr>
  </property>
</Properties>
</file>